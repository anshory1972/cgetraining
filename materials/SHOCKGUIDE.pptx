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88163" cy="10018713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288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D20D-0F01-43EE-AEE4-1AD7250E0148}" type="datetimeFigureOut">
              <a:rPr lang="id-ID" smtClean="0"/>
              <a:pPr/>
              <a:t>14/01/2020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25DC1-C7D5-4E74-A18D-8730E0885A29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D20D-0F01-43EE-AEE4-1AD7250E0148}" type="datetimeFigureOut">
              <a:rPr lang="id-ID" smtClean="0"/>
              <a:pPr/>
              <a:t>14/01/2020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25DC1-C7D5-4E74-A18D-8730E0885A29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D20D-0F01-43EE-AEE4-1AD7250E0148}" type="datetimeFigureOut">
              <a:rPr lang="id-ID" smtClean="0"/>
              <a:pPr/>
              <a:t>14/01/2020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25DC1-C7D5-4E74-A18D-8730E0885A29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D20D-0F01-43EE-AEE4-1AD7250E0148}" type="datetimeFigureOut">
              <a:rPr lang="id-ID" smtClean="0"/>
              <a:pPr/>
              <a:t>14/01/2020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25DC1-C7D5-4E74-A18D-8730E0885A29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D20D-0F01-43EE-AEE4-1AD7250E0148}" type="datetimeFigureOut">
              <a:rPr lang="id-ID" smtClean="0"/>
              <a:pPr/>
              <a:t>14/01/2020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25DC1-C7D5-4E74-A18D-8730E0885A29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D20D-0F01-43EE-AEE4-1AD7250E0148}" type="datetimeFigureOut">
              <a:rPr lang="id-ID" smtClean="0"/>
              <a:pPr/>
              <a:t>14/01/2020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25DC1-C7D5-4E74-A18D-8730E0885A29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D20D-0F01-43EE-AEE4-1AD7250E0148}" type="datetimeFigureOut">
              <a:rPr lang="id-ID" smtClean="0"/>
              <a:pPr/>
              <a:t>14/01/2020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25DC1-C7D5-4E74-A18D-8730E0885A29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D20D-0F01-43EE-AEE4-1AD7250E0148}" type="datetimeFigureOut">
              <a:rPr lang="id-ID" smtClean="0"/>
              <a:pPr/>
              <a:t>14/01/2020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25DC1-C7D5-4E74-A18D-8730E0885A29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D20D-0F01-43EE-AEE4-1AD7250E0148}" type="datetimeFigureOut">
              <a:rPr lang="id-ID" smtClean="0"/>
              <a:pPr/>
              <a:t>14/01/2020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25DC1-C7D5-4E74-A18D-8730E0885A29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D20D-0F01-43EE-AEE4-1AD7250E0148}" type="datetimeFigureOut">
              <a:rPr lang="id-ID" smtClean="0"/>
              <a:pPr/>
              <a:t>14/01/2020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25DC1-C7D5-4E74-A18D-8730E0885A29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D20D-0F01-43EE-AEE4-1AD7250E0148}" type="datetimeFigureOut">
              <a:rPr lang="id-ID" smtClean="0"/>
              <a:pPr/>
              <a:t>14/01/2020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25DC1-C7D5-4E74-A18D-8730E0885A29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8D20D-0F01-43EE-AEE4-1AD7250E0148}" type="datetimeFigureOut">
              <a:rPr lang="id-ID" smtClean="0"/>
              <a:pPr/>
              <a:t>14/01/2020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25DC1-C7D5-4E74-A18D-8730E0885A29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Excel_Worksheet2.xlsx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4" Type="http://schemas.openxmlformats.org/officeDocument/2006/relationships/package" Target="../embeddings/Microsoft_Excel_Worksheet1.xlsx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Excel_Worksheet4.xlsx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.emf"/><Relationship Id="rId4" Type="http://schemas.openxmlformats.org/officeDocument/2006/relationships/package" Target="../embeddings/Microsoft_Excel_Worksheet3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strategies: A guideline 1</a:t>
            </a:r>
            <a:endParaRPr lang="en-US" dirty="0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236538" y="1778000"/>
          <a:ext cx="8670925" cy="330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Worksheet" r:id="rId4" imgW="8670134" imgH="3302627" progId="Excel.Sheet.12">
                  <p:embed/>
                </p:oleObj>
              </mc:Choice>
              <mc:Fallback>
                <p:oleObj name="Worksheet" r:id="rId4" imgW="8670134" imgH="3302627" progId="Excel.Shee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8" y="1778000"/>
                        <a:ext cx="8670925" cy="330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236538" y="5356225"/>
          <a:ext cx="8670925" cy="20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Worksheet" r:id="rId7" imgW="8670134" imgH="205897" progId="Excel.Sheet.12">
                  <p:embed/>
                </p:oleObj>
              </mc:Choice>
              <mc:Fallback>
                <p:oleObj name="Worksheet" r:id="rId7" imgW="8670134" imgH="205897" progId="Excel.Shee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8" y="5356225"/>
                        <a:ext cx="8670925" cy="20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strategies: A guideline 2</a:t>
            </a:r>
            <a:endParaRPr lang="en-US" dirty="0"/>
          </a:p>
        </p:txBody>
      </p:sp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236538" y="6118225"/>
          <a:ext cx="8670925" cy="20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Worksheet" r:id="rId4" imgW="8670134" imgH="205897" progId="Excel.Sheet.12">
                  <p:embed/>
                </p:oleObj>
              </mc:Choice>
              <mc:Fallback>
                <p:oleObj name="Worksheet" r:id="rId4" imgW="8670134" imgH="205897" progId="Excel.Sheet.1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8" y="6118225"/>
                        <a:ext cx="8670925" cy="20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236538" y="1403350"/>
          <a:ext cx="8670925" cy="446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Worksheet" r:id="rId7" imgW="8670134" imgH="4463855" progId="Excel.Sheet.12">
                  <p:embed/>
                </p:oleObj>
              </mc:Choice>
              <mc:Fallback>
                <p:oleObj name="Worksheet" r:id="rId7" imgW="8670134" imgH="4463855" progId="Excel.Shee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8" y="1403350"/>
                        <a:ext cx="8670925" cy="446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12</Words>
  <Application>Microsoft Office PowerPoint</Application>
  <PresentationFormat>On-screen Show (4:3)</PresentationFormat>
  <Paragraphs>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Office Theme</vt:lpstr>
      <vt:lpstr>Worksheet</vt:lpstr>
      <vt:lpstr>Simulation strategies: A guideline 1</vt:lpstr>
      <vt:lpstr>Simulation strategies: A guideline 2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 strategies: A guideline 1</dc:title>
  <dc:creator>LP3E-FE</dc:creator>
  <cp:lastModifiedBy>Arief Yusuf</cp:lastModifiedBy>
  <cp:revision>17</cp:revision>
  <dcterms:created xsi:type="dcterms:W3CDTF">2013-02-01T06:41:15Z</dcterms:created>
  <dcterms:modified xsi:type="dcterms:W3CDTF">2020-01-14T09:08:12Z</dcterms:modified>
</cp:coreProperties>
</file>